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CAA2A26-A940-4893-A488-49C654628EB2}">
          <p14:sldIdLst>
            <p14:sldId id="256"/>
            <p14:sldId id="257"/>
            <p14:sldId id="258"/>
          </p14:sldIdLst>
        </p14:section>
        <p14:section name="Part 01 · 데이터 진단" id="{252D082C-9DBA-48F2-A798-448D5EFA80BC}">
          <p14:sldIdLst>
            <p14:sldId id="259"/>
            <p14:sldId id="260"/>
            <p14:sldId id="261"/>
          </p14:sldIdLst>
        </p14:section>
        <p14:section name="Part 02 · 병목 규명" id="{BDA01902-2A7A-4AD4-8C04-48D4E95040BA}">
          <p14:sldIdLst>
            <p14:sldId id="262"/>
            <p14:sldId id="263"/>
            <p14:sldId id="264"/>
            <p14:sldId id="265"/>
            <p14:sldId id="266"/>
            <p14:sldId id="267"/>
            <p14:sldId id="268"/>
            <p14:sldId id="269"/>
            <p14:sldId id="270"/>
          </p14:sldIdLst>
        </p14:section>
        <p14:section name="Part 03 · 개선 전략" id="{812F29F8-9AE0-4966-8C6C-FFF9F8D2CA9A}">
          <p14:sldIdLst>
            <p14:sldId id="271"/>
            <p14:sldId id="272"/>
            <p14:sldId id="273"/>
          </p14:sldIdLst>
        </p14:section>
        <p14:section name="Part 04 · Q&amp;A" id="{95555FE5-CAD7-453E-B57A-24E7218F7D7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CLOSING &amp;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