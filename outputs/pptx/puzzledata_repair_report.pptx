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5F69424F-1B68-4FA3-B437-049E2AA2A675}">
          <p14:sldIdLst>
            <p14:sldId id="256"/>
            <p14:sldId id="257"/>
            <p14:sldId id="258"/>
          </p14:sldIdLst>
        </p14:section>
        <p14:section name="Part 01 · 데이터 진단" id="{68CA2017-8DC0-44AE-84F0-80181B2A11D1}">
          <p14:sldIdLst>
            <p14:sldId id="259"/>
            <p14:sldId id="260"/>
            <p14:sldId id="261"/>
          </p14:sldIdLst>
        </p14:section>
        <p14:section name="Part 02 · 병목 규명" id="{FB2C48D5-4755-4F05-9B93-E86873312AEA}">
          <p14:sldIdLst>
            <p14:sldId id="262"/>
            <p14:sldId id="263"/>
            <p14:sldId id="264"/>
            <p14:sldId id="265"/>
            <p14:sldId id="266"/>
            <p14:sldId id="267"/>
            <p14:sldId id="268"/>
            <p14:sldId id="269"/>
            <p14:sldId id="270"/>
          </p14:sldIdLst>
        </p14:section>
        <p14:section name="Part 03 · 개선 전략" id="{D7E46F78-FEE4-459D-AAA3-207489A52981}">
          <p14:sldIdLst>
            <p14:sldId id="271"/>
            <p14:sldId id="272"/>
            <p14:sldId id="273"/>
          </p14:sldIdLst>
        </p14:section>
        <p14:section name="Part 04 · Q&amp;A" id="{79F4340D-51F2-4F42-BA98-F7C29879DF3D}">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081272"/>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