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4ECEBBC-4CE0-4A36-8F21-5916639DB482}">
          <p14:sldIdLst>
            <p14:sldId id="256"/>
            <p14:sldId id="257"/>
            <p14:sldId id="258"/>
          </p14:sldIdLst>
        </p14:section>
        <p14:section name="Part 01 · 데이터 진단" id="{64F2A1E8-0569-4018-8649-D570D6446A14}">
          <p14:sldIdLst>
            <p14:sldId id="259"/>
            <p14:sldId id="260"/>
            <p14:sldId id="261"/>
          </p14:sldIdLst>
        </p14:section>
        <p14:section name="Part 02 · 병목 규명" id="{6822DB06-2F4D-4D21-A734-D25818581F0F}">
          <p14:sldIdLst>
            <p14:sldId id="262"/>
            <p14:sldId id="263"/>
            <p14:sldId id="264"/>
            <p14:sldId id="265"/>
            <p14:sldId id="266"/>
            <p14:sldId id="267"/>
            <p14:sldId id="268"/>
            <p14:sldId id="269"/>
            <p14:sldId id="270"/>
          </p14:sldIdLst>
        </p14:section>
        <p14:section name="Part 03 · 개선 전략" id="{41160668-9926-46F1-AB14-CE52E1B8DA2B}">
          <p14:sldIdLst>
            <p14:sldId id="271"/>
            <p14:sldId id="272"/>
            <p14:sldId id="273"/>
          </p14:sldIdLst>
        </p14:section>
        <p14:section name="Part 04 · Q&amp;A" id="{BC849EE1-2F02-4F2C-8B91-1303B1A10E37}">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