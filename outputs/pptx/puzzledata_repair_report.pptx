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5938FC4C-9F6C-4D6E-9FE3-A8DA88263294}">
          <p14:sldIdLst>
            <p14:sldId id="256"/>
            <p14:sldId id="257"/>
            <p14:sldId id="258"/>
          </p14:sldIdLst>
        </p14:section>
        <p14:section name="Part 01 · 데이터 진단" id="{CA08B98D-F04A-4FF8-BA9E-4BBF6887B13E}">
          <p14:sldIdLst>
            <p14:sldId id="259"/>
            <p14:sldId id="260"/>
            <p14:sldId id="261"/>
          </p14:sldIdLst>
        </p14:section>
        <p14:section name="Part 02 · 병목 규명" id="{18958A11-AC04-4D51-BAE6-417351AD8265}">
          <p14:sldIdLst>
            <p14:sldId id="262"/>
            <p14:sldId id="263"/>
            <p14:sldId id="264"/>
            <p14:sldId id="265"/>
            <p14:sldId id="266"/>
            <p14:sldId id="267"/>
            <p14:sldId id="268"/>
            <p14:sldId id="269"/>
            <p14:sldId id="270"/>
          </p14:sldIdLst>
        </p14:section>
        <p14:section name="Part 03 · 개선 전략" id="{0E2B13D8-1B53-4948-B1F2-08EBD771A899}">
          <p14:sldIdLst>
            <p14:sldId id="271"/>
            <p14:sldId id="272"/>
            <p14:sldId id="273"/>
          </p14:sldIdLst>
        </p14:section>
        <p14:section name="Part 04 · Q&amp;A" id="{F2DE2154-91EB-4770-B665-B357A273738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