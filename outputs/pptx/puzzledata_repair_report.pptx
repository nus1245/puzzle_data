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D34B5BC1-3486-4464-9AA1-54C02F280C16}">
          <p14:sldIdLst>
            <p14:sldId id="256"/>
            <p14:sldId id="257"/>
            <p14:sldId id="258"/>
          </p14:sldIdLst>
        </p14:section>
        <p14:section name="Part 01 · 데이터 진단" id="{9F8BA960-17E7-403F-8965-DED9584A1627}">
          <p14:sldIdLst>
            <p14:sldId id="259"/>
            <p14:sldId id="260"/>
            <p14:sldId id="261"/>
          </p14:sldIdLst>
        </p14:section>
        <p14:section name="Part 02 · 병목 규명" id="{E8CE9907-C83A-4A03-89C3-54ACCA5F5A1D}">
          <p14:sldIdLst>
            <p14:sldId id="262"/>
            <p14:sldId id="263"/>
            <p14:sldId id="264"/>
            <p14:sldId id="265"/>
            <p14:sldId id="266"/>
            <p14:sldId id="267"/>
            <p14:sldId id="268"/>
            <p14:sldId id="269"/>
            <p14:sldId id="270"/>
          </p14:sldIdLst>
        </p14:section>
        <p14:section name="Part 03 · 개선 전략" id="{14AE2769-23AB-46FF-966F-2470C9F51530}">
          <p14:sldIdLst>
            <p14:sldId id="271"/>
            <p14:sldId id="272"/>
            <p14:sldId id="273"/>
          </p14:sldIdLst>
        </p14:section>
        <p14:section name="Part 04 · Q&amp;A" id="{64FD1BED-32AC-48DE-BAC0-411390FF7196}">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보고를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마무리 및 Q&amp;A</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대기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대기 줄에서 빼고, 기사 캘린더로 바로 예약해 Direct Booking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실험 설계로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 대기</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Direct Booking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대기 줄 (정밀 실사)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재수리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Direct Booking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p>
          <a:p>
            <a:pPr algn="ctr">
              <a:lnSpc>
                <a:spcPts val="1750"/>
              </a:lnSpc>
              <a:spcBef>
                <a:spcPts val="0"/>
              </a:spcBef>
              <a:buNone/>
            </a:pPr>
            <a:r>
              <a:rPr lang="ko-KR" sz="1250" b="0" dirty="0">
                <a:solidFill>
                  <a:srgbClr val="334155"/>
                </a:solidFill>
                <a:latin typeface="맑은 고딕"/>
                <a:ea typeface="맑은 고딕"/>
                <a:cs typeface="맑은 고딕"/>
              </a:rPr>
              <a:t>문의 사항은 언제든지 연락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