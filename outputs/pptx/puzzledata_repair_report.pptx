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E5E6DFA5-791A-4C48-9520-117D04C0FE59}">
          <p14:sldIdLst>
            <p14:sldId id="256"/>
            <p14:sldId id="257"/>
            <p14:sldId id="258"/>
          </p14:sldIdLst>
        </p14:section>
        <p14:section name="Part 01 · 데이터 진단" id="{8E76EAF9-63B5-4383-840E-8073156B1E9D}">
          <p14:sldIdLst>
            <p14:sldId id="259"/>
            <p14:sldId id="260"/>
            <p14:sldId id="261"/>
          </p14:sldIdLst>
        </p14:section>
        <p14:section name="Part 02 · 병목 규명" id="{CBF4CFA0-0BB6-4073-9237-7745558EAA81}">
          <p14:sldIdLst>
            <p14:sldId id="262"/>
            <p14:sldId id="263"/>
            <p14:sldId id="264"/>
            <p14:sldId id="265"/>
            <p14:sldId id="266"/>
            <p14:sldId id="267"/>
            <p14:sldId id="268"/>
            <p14:sldId id="269"/>
            <p14:sldId id="270"/>
          </p14:sldIdLst>
        </p14:section>
        <p14:section name="Part 03 · 개선 전략" id="{511A4D9E-0018-4BEF-AF5E-4EC095446753}">
          <p14:sldIdLst>
            <p14:sldId id="271"/>
            <p14:sldId id="272"/>
            <p14:sldId id="273"/>
          </p14:sldIdLst>
        </p14:section>
        <p14:section name="Part 04 · Q&amp;A" id="{BEC7B77F-A30B-44DF-8F8E-17F13DAF8924}">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판별, 실사 유지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