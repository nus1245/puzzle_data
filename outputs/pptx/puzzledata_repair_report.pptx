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4C38AC7-7035-4903-8BD2-3FCA2A8C7822}">
          <p14:sldIdLst>
            <p14:sldId id="256"/>
            <p14:sldId id="257"/>
            <p14:sldId id="258"/>
          </p14:sldIdLst>
        </p14:section>
        <p14:section name="Part 01 · 데이터 진단" id="{B3080735-3791-47AB-B0A4-A98F76AEAF8E}">
          <p14:sldIdLst>
            <p14:sldId id="259"/>
            <p14:sldId id="260"/>
            <p14:sldId id="261"/>
          </p14:sldIdLst>
        </p14:section>
        <p14:section name="Part 02 · 병목 규명" id="{932DC985-CED4-4817-B55E-5D4088D3B845}">
          <p14:sldIdLst>
            <p14:sldId id="262"/>
            <p14:sldId id="263"/>
            <p14:sldId id="264"/>
            <p14:sldId id="265"/>
            <p14:sldId id="266"/>
            <p14:sldId id="267"/>
            <p14:sldId id="268"/>
            <p14:sldId id="269"/>
            <p14:sldId id="270"/>
          </p14:sldIdLst>
        </p14:section>
        <p14:section name="Part 03 · 개선 전략" id="{AA1AE1D8-54DA-4EC5-8643-F301B29777D2}">
          <p14:sldIdLst>
            <p14:sldId id="271"/>
            <p14:sldId id="272"/>
            <p14:sldId id="273"/>
          </p14:sldIdLst>
        </p14:section>
        <p14:section name="Part 04 · Q&amp;A" id="{E3A0DDAB-EFBF-4DC8-8541-EF370D91C246}">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