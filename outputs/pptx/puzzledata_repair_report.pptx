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2D8A02C8-5A92-41E7-81FF-B3F07463D764}">
          <p14:sldIdLst>
            <p14:sldId id="256"/>
            <p14:sldId id="257"/>
            <p14:sldId id="258"/>
          </p14:sldIdLst>
        </p14:section>
        <p14:section name="Part 01 · 데이터 진단" id="{17C17712-6590-4579-9D60-84ED1D543FE2}">
          <p14:sldIdLst>
            <p14:sldId id="259"/>
            <p14:sldId id="260"/>
            <p14:sldId id="261"/>
          </p14:sldIdLst>
        </p14:section>
        <p14:section name="Part 02 · 병목 규명" id="{BF978BF8-2CBD-4EA6-8F9A-F9670D294768}">
          <p14:sldIdLst>
            <p14:sldId id="262"/>
            <p14:sldId id="263"/>
            <p14:sldId id="264"/>
            <p14:sldId id="265"/>
            <p14:sldId id="266"/>
            <p14:sldId id="267"/>
            <p14:sldId id="268"/>
            <p14:sldId id="269"/>
            <p14:sldId id="270"/>
          </p14:sldIdLst>
        </p14:section>
        <p14:section name="Part 03 · 개선 전략" id="{CD68849C-1C28-491F-B376-B8B02C7334B6}">
          <p14:sldIdLst>
            <p14:sldId id="271"/>
            <p14:sldId id="272"/>
            <p14:sldId id="273"/>
          </p14:sldIdLst>
        </p14:section>
        <p14:section name="Part 04 · Q&amp;A" id="{490633EA-B0AB-4796-B7E2-6B4B91C74ED3}">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