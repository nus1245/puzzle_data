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15EB75BF-609F-4467-B098-A2A0566D428A}">
          <p14:sldIdLst>
            <p14:sldId id="256"/>
            <p14:sldId id="257"/>
            <p14:sldId id="258"/>
          </p14:sldIdLst>
        </p14:section>
        <p14:section name="Part 01 · 데이터 진단" id="{368E100D-9793-4474-A28A-078ED4265558}">
          <p14:sldIdLst>
            <p14:sldId id="259"/>
            <p14:sldId id="260"/>
            <p14:sldId id="261"/>
          </p14:sldIdLst>
        </p14:section>
        <p14:section name="Part 02 · 병목 규명" id="{EC8E5F98-8BCD-47AA-A940-AADB5A1A809D}">
          <p14:sldIdLst>
            <p14:sldId id="262"/>
            <p14:sldId id="263"/>
            <p14:sldId id="264"/>
            <p14:sldId id="265"/>
            <p14:sldId id="266"/>
            <p14:sldId id="267"/>
            <p14:sldId id="268"/>
            <p14:sldId id="269"/>
            <p14:sldId id="270"/>
          </p14:sldIdLst>
        </p14:section>
        <p14:section name="Part 03 · 개선 전략" id="{C5B25AA4-C68A-455B-A7BE-B642CF356794}">
          <p14:sldIdLst>
            <p14:sldId id="271"/>
            <p14:sldId id="272"/>
            <p14:sldId id="273"/>
          </p14:sldIdLst>
        </p14:section>
        <p14:section name="Part 04 · Q&amp;A" id="{14124B92-D0F2-4787-98CE-09D23D98F60D}">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