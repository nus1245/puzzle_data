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D1F1DE40-5DD7-459F-BD6C-7E747742319D}">
          <p14:sldIdLst>
            <p14:sldId id="256"/>
            <p14:sldId id="257"/>
            <p14:sldId id="258"/>
          </p14:sldIdLst>
        </p14:section>
        <p14:section name="Part 01 · 데이터 진단" id="{829CCD4A-FC9A-4EEC-94A3-52616E1E27A4}">
          <p14:sldIdLst>
            <p14:sldId id="259"/>
            <p14:sldId id="260"/>
            <p14:sldId id="261"/>
          </p14:sldIdLst>
        </p14:section>
        <p14:section name="Part 02 · 병목 규명" id="{228C9861-99EB-4225-9CEB-FE71EF45BF2C}">
          <p14:sldIdLst>
            <p14:sldId id="262"/>
            <p14:sldId id="263"/>
            <p14:sldId id="264"/>
            <p14:sldId id="265"/>
            <p14:sldId id="266"/>
            <p14:sldId id="267"/>
            <p14:sldId id="268"/>
            <p14:sldId id="269"/>
            <p14:sldId id="270"/>
          </p14:sldIdLst>
        </p14:section>
        <p14:section name="Part 03 · 개선 전략" id="{37E6017B-C0B1-4275-810C-24291889EAFE}">
          <p14:sldIdLst>
            <p14:sldId id="271"/>
            <p14:sldId id="272"/>
            <p14:sldId id="273"/>
          </p14:sldIdLst>
        </p14:section>
        <p14:section name="Part 04 · Q&amp;A" id="{EEDC6EF8-7B49-4C50-A7D9-45DAC1023068}">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