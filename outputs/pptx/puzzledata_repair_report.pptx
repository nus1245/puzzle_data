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B088D84-2E84-4A43-9541-8DB196A543C2}">
          <p14:sldIdLst>
            <p14:sldId id="256"/>
            <p14:sldId id="257"/>
            <p14:sldId id="258"/>
          </p14:sldIdLst>
        </p14:section>
        <p14:section name="Part 01 · 데이터 진단" id="{C52B9310-38DC-40A3-BA20-7E2E678A9EA5}">
          <p14:sldIdLst>
            <p14:sldId id="259"/>
            <p14:sldId id="260"/>
            <p14:sldId id="261"/>
          </p14:sldIdLst>
        </p14:section>
        <p14:section name="Part 02 · 병목 규명" id="{132C8163-713F-47EE-87CB-DEF0109F2EC0}">
          <p14:sldIdLst>
            <p14:sldId id="262"/>
            <p14:sldId id="263"/>
            <p14:sldId id="264"/>
            <p14:sldId id="265"/>
            <p14:sldId id="266"/>
            <p14:sldId id="267"/>
            <p14:sldId id="268"/>
            <p14:sldId id="269"/>
            <p14:sldId id="270"/>
          </p14:sldIdLst>
        </p14:section>
        <p14:section name="Part 03 · 개선 전략" id="{B50A8125-D9E4-4A00-8C15-EF6E478920EA}">
          <p14:sldIdLst>
            <p14:sldId id="271"/>
            <p14:sldId id="272"/>
            <p14:sldId id="273"/>
          </p14:sldIdLst>
        </p14:section>
        <p14:section name="Part 04 · Q&amp;A" id="{EF70D3F9-E625-4588-9AF2-D44710ECAFE4}">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