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5427831-7495-486C-AC5E-B8D5D2B5CD24}">
          <p14:sldIdLst>
            <p14:sldId id="256"/>
            <p14:sldId id="257"/>
            <p14:sldId id="258"/>
          </p14:sldIdLst>
        </p14:section>
        <p14:section name="Part 01 · 데이터 진단" id="{BF46B65C-A4E7-4A84-856B-10BDB35A83AA}">
          <p14:sldIdLst>
            <p14:sldId id="259"/>
            <p14:sldId id="260"/>
            <p14:sldId id="261"/>
          </p14:sldIdLst>
        </p14:section>
        <p14:section name="Part 02 · 병목 규명" id="{5E00061B-6FE2-4988-9F95-217ADD59B60A}">
          <p14:sldIdLst>
            <p14:sldId id="262"/>
            <p14:sldId id="263"/>
            <p14:sldId id="264"/>
            <p14:sldId id="265"/>
            <p14:sldId id="266"/>
            <p14:sldId id="267"/>
            <p14:sldId id="268"/>
            <p14:sldId id="269"/>
            <p14:sldId id="270"/>
          </p14:sldIdLst>
        </p14:section>
        <p14:section name="Part 03 · 개선 전략" id="{AB72E48B-44A9-4F9F-9BDC-2A1AF24BA2E5}">
          <p14:sldIdLst>
            <p14:sldId id="271"/>
            <p14:sldId id="272"/>
            <p14:sldId id="273"/>
          </p14:sldIdLst>
        </p14:section>
        <p14:section name="Part 04 · Q&amp;A" id="{1AB41519-31DB-4A9B-A5FF-B573F138052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Direct Booking으로 빠진 이후 실사 대기 케이스의 실사 대기 시간 증감 추이이며,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Booking으로 빠진 이후,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