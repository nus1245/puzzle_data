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B00303DB-A0A2-4E2C-AACA-B2771CC81E5C}">
          <p14:sldIdLst>
            <p14:sldId id="256"/>
            <p14:sldId id="257"/>
            <p14:sldId id="258"/>
          </p14:sldIdLst>
        </p14:section>
        <p14:section name="Part 01 · 데이터 진단" id="{AD5A16F0-412E-4482-BC44-D5914EA24217}">
          <p14:sldIdLst>
            <p14:sldId id="259"/>
            <p14:sldId id="260"/>
            <p14:sldId id="261"/>
          </p14:sldIdLst>
        </p14:section>
        <p14:section name="Part 02 · 병목 규명" id="{597A7EED-6E2F-43AE-8001-B750C1DE56CE}">
          <p14:sldIdLst>
            <p14:sldId id="262"/>
            <p14:sldId id="263"/>
            <p14:sldId id="264"/>
            <p14:sldId id="265"/>
            <p14:sldId id="266"/>
            <p14:sldId id="267"/>
            <p14:sldId id="268"/>
            <p14:sldId id="269"/>
            <p14:sldId id="270"/>
          </p14:sldIdLst>
        </p14:section>
        <p14:section name="Part 03 · 개선 전략" id="{8A08E7B7-CE60-4690-A91E-EA21B346475C}">
          <p14:sldIdLst>
            <p14:sldId id="271"/>
            <p14:sldId id="272"/>
            <p14:sldId id="273"/>
          </p14:sldIdLst>
        </p14:section>
        <p14:section name="Part 04 · Q&amp;A" id="{32023767-C61E-42A8-9852-BBDB3739FE5D}">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CLOSING &amp;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