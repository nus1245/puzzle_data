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77057D34-F8ED-40D9-9F31-77DAC404D753}">
          <p14:sldIdLst>
            <p14:sldId id="256"/>
            <p14:sldId id="257"/>
            <p14:sldId id="258"/>
          </p14:sldIdLst>
        </p14:section>
        <p14:section name="Part 01 · 데이터 진단" id="{31AF45C2-1490-4738-BC3D-DA760216A75E}">
          <p14:sldIdLst>
            <p14:sldId id="259"/>
            <p14:sldId id="260"/>
            <p14:sldId id="261"/>
          </p14:sldIdLst>
        </p14:section>
        <p14:section name="Part 02 · 병목 규명" id="{DD7629BD-54C9-4935-ABF2-28806F1CDE4A}">
          <p14:sldIdLst>
            <p14:sldId id="262"/>
            <p14:sldId id="263"/>
            <p14:sldId id="264"/>
            <p14:sldId id="265"/>
            <p14:sldId id="266"/>
            <p14:sldId id="267"/>
            <p14:sldId id="268"/>
            <p14:sldId id="269"/>
            <p14:sldId id="270"/>
          </p14:sldIdLst>
        </p14:section>
        <p14:section name="Part 03 · 개선 전략" id="{BE31F955-517E-450C-B51C-2C75DA81BFFD}">
          <p14:sldIdLst>
            <p14:sldId id="271"/>
            <p14:sldId id="272"/>
            <p14:sldId id="273"/>
          </p14:sldIdLst>
        </p14:section>
        <p14:section name="Part 04 · Q&amp;A" id="{636ED417-3408-4485-B888-2E083E2EB144}">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896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2154"/>
            <a:ext cx="5059375" cy="251891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5034"/>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68648"/>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2432"/>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2:t"/>
          <p:cNvSpPr txBox="1"/>
          <p:nvPr/>
        </p:nvSpPr>
        <p:spPr>
          <a:xfrm>
            <a:off x="6812280" y="5039106"/>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현장 출동 케이스의 접수 담당 비중(Dian : Monica)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기사별로도 고르게 분산</a:t>
            </a:r>
          </a:p>
        </p:txBody>
      </p:sp>
      <p:sp>
        <p:nvSpPr>
          <p:cNvPr id="48" name="body:L2:t"/>
          <p:cNvSpPr txBox="1"/>
          <p:nvPr/>
        </p:nvSpPr>
        <p:spPr>
          <a:xfrm>
            <a:off x="6812280" y="5502910"/>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