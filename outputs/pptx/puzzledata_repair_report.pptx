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D346187E-FA92-4EB2-AE61-2D2EB8080ADA}">
          <p14:sldIdLst>
            <p14:sldId id="256"/>
            <p14:sldId id="257"/>
            <p14:sldId id="258"/>
          </p14:sldIdLst>
        </p14:section>
        <p14:section name="Part 01 · 데이터 진단" id="{E2F4C78C-AF02-41B6-B917-FD6AF9F09C36}">
          <p14:sldIdLst>
            <p14:sldId id="259"/>
            <p14:sldId id="260"/>
            <p14:sldId id="261"/>
          </p14:sldIdLst>
        </p14:section>
        <p14:section name="Part 02 · 병목 규명" id="{7F577E21-7590-4D6B-8695-B6A0DBB88FC1}">
          <p14:sldIdLst>
            <p14:sldId id="262"/>
            <p14:sldId id="263"/>
            <p14:sldId id="264"/>
            <p14:sldId id="265"/>
            <p14:sldId id="266"/>
            <p14:sldId id="267"/>
            <p14:sldId id="268"/>
            <p14:sldId id="269"/>
            <p14:sldId id="270"/>
          </p14:sldIdLst>
        </p14:section>
        <p14:section name="Part 03 · 개선 전략" id="{F40EA0A3-15FA-4C05-A1AA-42F9D20DFC16}">
          <p14:sldIdLst>
            <p14:sldId id="271"/>
            <p14:sldId id="272"/>
            <p14:sldId id="273"/>
          </p14:sldIdLst>
        </p14:section>
        <p14:section name="Part 04 · Q&amp;A" id="{B38C0CA1-BA30-458E-A4C8-D856088C1BC7}">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