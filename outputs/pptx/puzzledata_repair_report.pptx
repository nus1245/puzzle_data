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40EF2157-F283-4ECB-A235-70EB203CDB59}">
          <p14:sldIdLst>
            <p14:sldId id="256"/>
            <p14:sldId id="257"/>
            <p14:sldId id="258"/>
          </p14:sldIdLst>
        </p14:section>
        <p14:section name="Part 01 · 데이터 진단" id="{9C9A3328-9061-4004-9D3D-0020B8F2FBBA}">
          <p14:sldIdLst>
            <p14:sldId id="259"/>
            <p14:sldId id="260"/>
            <p14:sldId id="261"/>
          </p14:sldIdLst>
        </p14:section>
        <p14:section name="Part 02 · 병목 규명" id="{DA1EE50E-3221-4EE5-A225-218DB7F50A49}">
          <p14:sldIdLst>
            <p14:sldId id="262"/>
            <p14:sldId id="263"/>
            <p14:sldId id="264"/>
            <p14:sldId id="265"/>
            <p14:sldId id="266"/>
            <p14:sldId id="267"/>
            <p14:sldId id="268"/>
            <p14:sldId id="269"/>
            <p14:sldId id="270"/>
          </p14:sldIdLst>
        </p14:section>
        <p14:section name="Part 03 · 개선 전략" id="{15523D49-A611-4353-88FD-34D274A65E07}">
          <p14:sldIdLst>
            <p14:sldId id="271"/>
            <p14:sldId id="272"/>
            <p14:sldId id="273"/>
          </p14:sldIdLst>
        </p14:section>
        <p14:section name="Part 04 · Q&amp;A" id="{45DCF79D-D0AF-4B39-AEE6-0B18C0CB58C9}">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 실사</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대기 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 + 파일럿</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