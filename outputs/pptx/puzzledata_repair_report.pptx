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8B3CDFEA-4E75-49B9-8003-8339E970EC31}">
          <p14:sldIdLst>
            <p14:sldId id="256"/>
            <p14:sldId id="257"/>
            <p14:sldId id="258"/>
          </p14:sldIdLst>
        </p14:section>
        <p14:section name="Part 01 · 데이터 진단" id="{F8DB22AB-1E6D-4477-BD09-D91D986B753C}">
          <p14:sldIdLst>
            <p14:sldId id="259"/>
            <p14:sldId id="260"/>
            <p14:sldId id="261"/>
          </p14:sldIdLst>
        </p14:section>
        <p14:section name="Part 02 · 병목 규명" id="{C3FC46A4-8DE6-4702-8EA2-099319C1A870}">
          <p14:sldIdLst>
            <p14:sldId id="262"/>
            <p14:sldId id="263"/>
            <p14:sldId id="264"/>
            <p14:sldId id="265"/>
            <p14:sldId id="266"/>
            <p14:sldId id="267"/>
            <p14:sldId id="268"/>
            <p14:sldId id="269"/>
            <p14:sldId id="270"/>
          </p14:sldIdLst>
        </p14:section>
        <p14:section name="Part 03 · 개선 전략" id="{87EA2D27-BE8B-4662-B32C-083BF7835EC7}">
          <p14:sldIdLst>
            <p14:sldId id="271"/>
            <p14:sldId id="272"/>
            <p14:sldId id="273"/>
          </p14:sldIdLst>
        </p14:section>
        <p14:section name="Part 04 · Q&amp;A" id="{626BD769-5658-4B70-A24C-370D85E43A10}">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병목</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줄을 2갈래로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 병목 줄을</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2갈래로, 즉시 수리 365건 분리</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병목 줄을 2갈래로 만든다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병목 줄을 2갈래로 · 단축률 가정 + 파일럿</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