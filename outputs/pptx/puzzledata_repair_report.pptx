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9CC29F78-2443-4747-81DE-81E8A505F779}">
          <p14:sldIdLst>
            <p14:sldId id="256"/>
            <p14:sldId id="257"/>
            <p14:sldId id="258"/>
          </p14:sldIdLst>
        </p14:section>
        <p14:section name="Part 01 · 데이터 진단" id="{16C38FE0-3941-4E89-AF16-502D738FA1C2}">
          <p14:sldIdLst>
            <p14:sldId id="259"/>
            <p14:sldId id="260"/>
            <p14:sldId id="261"/>
          </p14:sldIdLst>
        </p14:section>
        <p14:section name="Part 02 · 병목 규명" id="{6BDBC665-C131-4FBA-AB96-600A1ECBBCAA}">
          <p14:sldIdLst>
            <p14:sldId id="262"/>
            <p14:sldId id="263"/>
            <p14:sldId id="264"/>
            <p14:sldId id="265"/>
            <p14:sldId id="266"/>
            <p14:sldId id="267"/>
            <p14:sldId id="268"/>
            <p14:sldId id="269"/>
            <p14:sldId id="270"/>
          </p14:sldIdLst>
        </p14:section>
        <p14:section name="Part 03 · 개선 전략" id="{E4C4859E-A447-4C80-9753-08F17C792C68}">
          <p14:sldIdLst>
            <p14:sldId id="271"/>
            <p14:sldId id="272"/>
            <p14:sldId id="273"/>
          </p14:sldIdLst>
        </p14:section>
        <p14:section name="Part 04 · Q&amp;A" id="{7202C104-D37D-458A-A9CA-6C1B7F185703}">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AGENDA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적합도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