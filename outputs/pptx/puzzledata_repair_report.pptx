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018C501-5E41-4DB2-9C5C-91E69DE73BB6}">
          <p14:sldIdLst>
            <p14:sldId id="256"/>
            <p14:sldId id="257"/>
            <p14:sldId id="258"/>
          </p14:sldIdLst>
        </p14:section>
        <p14:section name="Part 01 · 데이터 진단" id="{32B29D33-18AA-4790-8D25-2D1D0368D89E}">
          <p14:sldIdLst>
            <p14:sldId id="259"/>
            <p14:sldId id="260"/>
            <p14:sldId id="261"/>
          </p14:sldIdLst>
        </p14:section>
        <p14:section name="Part 02 · 병목 규명" id="{777B9A54-F9FE-42FE-9A54-36CC49125183}">
          <p14:sldIdLst>
            <p14:sldId id="262"/>
            <p14:sldId id="263"/>
            <p14:sldId id="264"/>
            <p14:sldId id="265"/>
            <p14:sldId id="266"/>
            <p14:sldId id="267"/>
            <p14:sldId id="268"/>
            <p14:sldId id="269"/>
            <p14:sldId id="270"/>
          </p14:sldIdLst>
        </p14:section>
        <p14:section name="Part 03 · 개선 전략" id="{25977763-2AEA-43BF-BC88-4A9A959C5D2B}">
          <p14:sldIdLst>
            <p14:sldId id="271"/>
            <p14:sldId id="272"/>
            <p14:sldId id="273"/>
          </p14:sldIdLst>
        </p14:section>
        <p14:section name="Part 04 · Q&amp;A" id="{0D7ED2F5-6D75-4354-B528-4ED6509C4C2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2대 병목: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1대 반복: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