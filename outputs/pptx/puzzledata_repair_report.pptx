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6CF4585D-617E-4BCA-8A3E-DD73A2A2DD4C}">
          <p14:sldIdLst>
            <p14:sldId id="256"/>
            <p14:sldId id="257"/>
            <p14:sldId id="258"/>
          </p14:sldIdLst>
        </p14:section>
        <p14:section name="Part 01 · 데이터 진단" id="{AA2A0389-2EF7-4B68-ABAF-319FE6C80791}">
          <p14:sldIdLst>
            <p14:sldId id="259"/>
            <p14:sldId id="260"/>
            <p14:sldId id="261"/>
          </p14:sldIdLst>
        </p14:section>
        <p14:section name="Part 02 · 병목 규명" id="{3C947086-3AB9-479E-844E-DE1739D62236}">
          <p14:sldIdLst>
            <p14:sldId id="262"/>
            <p14:sldId id="263"/>
            <p14:sldId id="264"/>
            <p14:sldId id="265"/>
            <p14:sldId id="266"/>
            <p14:sldId id="267"/>
            <p14:sldId id="268"/>
            <p14:sldId id="269"/>
            <p14:sldId id="270"/>
          </p14:sldIdLst>
        </p14:section>
        <p14:section name="Part 03 · 개선 전략" id="{2B47C0D4-C69A-40D5-9D2C-FF58ED8F7CA4}">
          <p14:sldIdLst>
            <p14:sldId id="271"/>
            <p14:sldId id="272"/>
            <p14:sldId id="273"/>
          </p14:sldIdLst>
        </p14:section>
        <p14:section name="Part 04 · Q&amp;A" id="{72C01FB5-24E4-446F-B2E3-E5CB4F178147}">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병목</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줄을 2갈래로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4:t"/>
          <p:cNvSpPr txBox="1"/>
          <p:nvPr/>
        </p:nvSpPr>
        <p:spPr>
          <a:xfrm>
            <a:off x="8283244" y="4407154"/>
            <a:ext cx="3204362" cy="92964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병목 줄을 2갈래로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실사 대기</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병목 줄을 2갈래로 만든다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병목 줄을 2갈래로 · 단축률 가정 + 파일럿</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