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DFEFE0EA-82E9-46EF-B263-69B13006683D}">
          <p14:sldIdLst>
            <p14:sldId id="256"/>
            <p14:sldId id="257"/>
            <p14:sldId id="258"/>
          </p14:sldIdLst>
        </p14:section>
        <p14:section name="Part 01 · 데이터 진단" id="{CBDA96C3-BCDB-442A-A157-80BC3A21201E}">
          <p14:sldIdLst>
            <p14:sldId id="259"/>
            <p14:sldId id="260"/>
            <p14:sldId id="261"/>
          </p14:sldIdLst>
        </p14:section>
        <p14:section name="Part 02 · 병목 규명" id="{80E4AA2D-C2D1-49F1-8CE9-BD9B66381632}">
          <p14:sldIdLst>
            <p14:sldId id="262"/>
            <p14:sldId id="263"/>
            <p14:sldId id="264"/>
            <p14:sldId id="265"/>
            <p14:sldId id="266"/>
            <p14:sldId id="267"/>
            <p14:sldId id="268"/>
            <p14:sldId id="269"/>
            <p14:sldId id="270"/>
          </p14:sldIdLst>
        </p14:section>
        <p14:section name="Part 03 · 개선 전략" id="{817FB35F-E9D9-44A5-8D34-52D3DE4266E4}">
          <p14:sldIdLst>
            <p14:sldId id="271"/>
            <p14:sldId id="272"/>
            <p14:sldId id="273"/>
          </p14:sldIdLst>
        </p14:section>
        <p14:section name="Part 04 · Q&amp;A" id="{FF327E23-1043-448F-A511-7B3D5C83F2F0}">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199631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678809"/>
            <a:ext cx="5059375" cy="261226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86168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07530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37908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494576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4:t"/>
          <p:cNvSpPr txBox="1"/>
          <p:nvPr/>
        </p:nvSpPr>
        <p:spPr>
          <a:xfrm>
            <a:off x="6812280" y="5205095"/>
            <a:ext cx="4693615" cy="82041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(기사별 Dian 접수 건</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출동 비율이 평균 46.9%에 수렴)</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