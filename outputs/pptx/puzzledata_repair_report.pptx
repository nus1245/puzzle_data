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AA22609A-F208-4F01-B140-5395F6DEC4DA}">
          <p14:sldIdLst>
            <p14:sldId id="256"/>
            <p14:sldId id="257"/>
            <p14:sldId id="258"/>
          </p14:sldIdLst>
        </p14:section>
        <p14:section name="Part 01 · 데이터 진단" id="{323D56AF-A49C-491E-8E74-7203C2394003}">
          <p14:sldIdLst>
            <p14:sldId id="259"/>
            <p14:sldId id="260"/>
            <p14:sldId id="261"/>
          </p14:sldIdLst>
        </p14:section>
        <p14:section name="Part 02 · 병목 규명" id="{D60FC93A-5654-4E31-A589-5BF9DF757546}">
          <p14:sldIdLst>
            <p14:sldId id="262"/>
            <p14:sldId id="263"/>
            <p14:sldId id="264"/>
            <p14:sldId id="265"/>
            <p14:sldId id="266"/>
            <p14:sldId id="267"/>
            <p14:sldId id="268"/>
            <p14:sldId id="269"/>
            <p14:sldId id="270"/>
          </p14:sldIdLst>
        </p14:section>
        <p14:section name="Part 03 · 개선 전략" id="{284EFB3E-DCC6-471C-ABB5-52360ACB1CAD}">
          <p14:sldIdLst>
            <p14:sldId id="271"/>
            <p14:sldId id="272"/>
            <p14:sldId id="273"/>
          </p14:sldIdLst>
        </p14:section>
        <p14:section name="Part 04 · Q&amp;A" id="{79603B60-C421-4FD9-BFC9-BB037D6FB0DA}">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