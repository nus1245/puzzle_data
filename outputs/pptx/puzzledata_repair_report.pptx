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00FF2241-B287-4EFF-9953-4B9462685086}">
          <p14:sldIdLst>
            <p14:sldId id="256"/>
            <p14:sldId id="257"/>
            <p14:sldId id="258"/>
          </p14:sldIdLst>
        </p14:section>
        <p14:section name="Part 01 · 데이터 진단" id="{B3BA2E0A-EC6E-40FF-BAF6-4916CDE52EE1}">
          <p14:sldIdLst>
            <p14:sldId id="259"/>
            <p14:sldId id="260"/>
            <p14:sldId id="261"/>
          </p14:sldIdLst>
        </p14:section>
        <p14:section name="Part 02 · 병목 규명" id="{EAA466E1-0BD4-46D4-BE38-84C868CCAC46}">
          <p14:sldIdLst>
            <p14:sldId id="262"/>
            <p14:sldId id="263"/>
            <p14:sldId id="264"/>
            <p14:sldId id="265"/>
            <p14:sldId id="266"/>
            <p14:sldId id="267"/>
            <p14:sldId id="268"/>
            <p14:sldId id="269"/>
            <p14:sldId id="270"/>
          </p14:sldIdLst>
        </p14:section>
        <p14:section name="Part 03 · 개선 전략" id="{515EAE6F-D83C-4EFA-B100-31AC936874E2}">
          <p14:sldIdLst>
            <p14:sldId id="271"/>
            <p14:sldId id="272"/>
            <p14:sldId id="273"/>
          </p14:sldIdLst>
        </p14:section>
        <p14:section name="Part 04 · Q&amp;A" id="{731BA121-6C8C-4B18-BF8E-CB1A7C9A85B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 시각은 늦게 끝난 쪽과 927건 중 925건(99.8%) 일치하며 나머지 2건은 1분 차이입니다.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925건(99.8%)</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일치, 2건은 1분 차이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513638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실시간 채널</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8.3분. 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