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2148ABA-FA65-45A9-A9FC-3EBDB18698A2}">
          <p14:sldIdLst>
            <p14:sldId id="256"/>
            <p14:sldId id="257"/>
            <p14:sldId id="258"/>
          </p14:sldIdLst>
        </p14:section>
        <p14:section name="Part 01 · 데이터 진단" id="{AEED452C-01D3-4AAC-8D5C-484F7439B8FA}">
          <p14:sldIdLst>
            <p14:sldId id="259"/>
            <p14:sldId id="260"/>
            <p14:sldId id="261"/>
          </p14:sldIdLst>
        </p14:section>
        <p14:section name="Part 02 · 병목 규명" id="{07CDFE53-82B9-49A6-8BFC-1A2E20EBEAFE}">
          <p14:sldIdLst>
            <p14:sldId id="262"/>
            <p14:sldId id="263"/>
            <p14:sldId id="264"/>
            <p14:sldId id="265"/>
            <p14:sldId id="266"/>
            <p14:sldId id="267"/>
            <p14:sldId id="268"/>
            <p14:sldId id="269"/>
            <p14:sldId id="270"/>
          </p14:sldIdLst>
        </p14:section>
        <p14:section name="Part 03 · 개선 전략" id="{7B4C3E46-0715-4B73-A18F-BFB26E925BA1}">
          <p14:sldIdLst>
            <p14:sldId id="271"/>
            <p14:sldId id="272"/>
            <p14:sldId id="273"/>
          </p14:sldIdLst>
        </p14:section>
        <p14:section name="Part 04 · Q&amp;A" id="{EB7D1B14-EAF6-4B9B-8B47-CCB54D949519}">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앵커타임 기준으로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8831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1:thesis"/>
          <p:cNvSpPr txBox="1"/>
          <p:nvPr/>
        </p:nvSpPr>
        <p:spPr>
          <a:xfrm>
            <a:off x="704088" y="1960118"/>
            <a:ext cx="10783519"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 E2E 리드타임 105.9h 중 순수 대기가 95.8h.</a:t>
            </a:r>
          </a:p>
        </p:txBody>
      </p:sp>
      <p:sp>
        <p:nvSpPr>
          <p:cNvPr id="11" name="step1"/>
          <p:cNvSpPr/>
          <p:nvPr/>
        </p:nvSpPr>
        <p:spPr>
          <a:xfrm>
            <a:off x="502920"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 · 앵커타임 기준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