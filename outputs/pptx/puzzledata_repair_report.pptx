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F3447AD2-95B9-4470-A6D0-DD0DFF1D455A}">
          <p14:sldIdLst>
            <p14:sldId id="256"/>
            <p14:sldId id="257"/>
            <p14:sldId id="258"/>
          </p14:sldIdLst>
        </p14:section>
        <p14:section name="Part 01 · 데이터 진단" id="{2AB8FC56-37DA-497B-AE65-06D9513EC409}">
          <p14:sldIdLst>
            <p14:sldId id="259"/>
            <p14:sldId id="260"/>
            <p14:sldId id="261"/>
          </p14:sldIdLst>
        </p14:section>
        <p14:section name="Part 02 · 병목 규명" id="{F695F216-1BCF-43AC-A440-05A875D49F32}">
          <p14:sldIdLst>
            <p14:sldId id="262"/>
            <p14:sldId id="263"/>
            <p14:sldId id="264"/>
            <p14:sldId id="265"/>
            <p14:sldId id="266"/>
            <p14:sldId id="267"/>
            <p14:sldId id="268"/>
            <p14:sldId id="269"/>
            <p14:sldId id="270"/>
          </p14:sldIdLst>
        </p14:section>
        <p14:section name="Part 03 · 개선 전략" id="{E75F4561-BCF3-4FE4-B445-ABFBD2E07C71}">
          <p14:sldIdLst>
            <p14:sldId id="271"/>
            <p14:sldId id="272"/>
            <p14:sldId id="273"/>
          </p14:sldIdLst>
        </p14:section>
        <p14:section name="Part 04 · Q&amp;A" id="{64ED34BD-A6E9-47A2-B09D-9E43130B76E3}">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