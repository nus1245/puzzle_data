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5976EBE5-07C9-49C5-B674-B9F1C3342674}">
          <p14:sldIdLst>
            <p14:sldId id="256"/>
            <p14:sldId id="257"/>
            <p14:sldId id="258"/>
          </p14:sldIdLst>
        </p14:section>
        <p14:section name="Part 01 · 데이터 진단" id="{CFCCF548-9408-4E6B-AE71-0CD62D181E9C}">
          <p14:sldIdLst>
            <p14:sldId id="259"/>
            <p14:sldId id="260"/>
            <p14:sldId id="261"/>
          </p14:sldIdLst>
        </p14:section>
        <p14:section name="Part 02 · 병목 규명" id="{6032B822-7C22-4866-96CC-52A2C530F18F}">
          <p14:sldIdLst>
            <p14:sldId id="262"/>
            <p14:sldId id="263"/>
            <p14:sldId id="264"/>
            <p14:sldId id="265"/>
            <p14:sldId id="266"/>
            <p14:sldId id="267"/>
            <p14:sldId id="268"/>
            <p14:sldId id="269"/>
            <p14:sldId id="270"/>
          </p14:sldIdLst>
        </p14:section>
        <p14:section name="Part 03 · 개선 전략" id="{624B7E8F-872A-410B-8EBF-B3803CD80C01}">
          <p14:sldIdLst>
            <p14:sldId id="271"/>
            <p14:sldId id="272"/>
            <p14:sldId id="273"/>
          </p14:sldIdLst>
        </p14:section>
        <p14:section name="Part 04 · Q&amp;A" id="{3B8FBC67-B980-43C9-851A-41934E68B49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