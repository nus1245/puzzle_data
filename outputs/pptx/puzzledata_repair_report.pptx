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EE421D70-6EFB-400B-9B17-D6F47418ABB7}">
          <p14:sldIdLst>
            <p14:sldId id="256"/>
            <p14:sldId id="257"/>
            <p14:sldId id="258"/>
          </p14:sldIdLst>
        </p14:section>
        <p14:section name="Part 01 · 데이터 진단" id="{6343ADAA-22C3-4D43-8EDA-C17917663FD0}">
          <p14:sldIdLst>
            <p14:sldId id="259"/>
            <p14:sldId id="260"/>
            <p14:sldId id="261"/>
          </p14:sldIdLst>
        </p14:section>
        <p14:section name="Part 02 · 병목 규명" id="{933D272C-7330-48A4-B90A-074CD7AD239D}">
          <p14:sldIdLst>
            <p14:sldId id="262"/>
            <p14:sldId id="263"/>
            <p14:sldId id="264"/>
            <p14:sldId id="265"/>
            <p14:sldId id="266"/>
            <p14:sldId id="267"/>
            <p14:sldId id="268"/>
            <p14:sldId id="269"/>
            <p14:sldId id="270"/>
          </p14:sldIdLst>
        </p14:section>
        <p14:section name="Part 03 · 개선 전략" id="{BE360CB3-008B-4D6C-87C5-39E6FA876E04}">
          <p14:sldIdLst>
            <p14:sldId id="271"/>
            <p14:sldId id="272"/>
            <p14:sldId id="273"/>
          </p14:sldIdLst>
        </p14:section>
        <p14:section name="Part 04 · Q&amp;A" id="{33B58C41-F34F-481B-8177-A471958A1F3E}">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AGENDA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전처리부터 TO-BE까지, 4개 파트로 보고합니다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6:t"/>
          <p:cNvSpPr txBox="1"/>
          <p:nvPr/>
        </p:nvSpPr>
        <p:spPr>
          <a:xfrm>
            <a:off x="722376"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업무 인과 기반 결측</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프로세스 심층 분석</a:t>
            </a:r>
          </a:p>
        </p:txBody>
      </p:sp>
      <p:sp>
        <p:nvSpPr>
          <p:cNvPr id="20" name="body:L5:t"/>
          <p:cNvSpPr txBox="1"/>
          <p:nvPr/>
        </p:nvSpPr>
        <p:spPr>
          <a:xfrm>
            <a:off x="3564559"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3대 병목: 접수 · 실사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착수</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최적화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적합도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