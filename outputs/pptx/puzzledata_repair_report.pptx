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8ACF2DC8-38F7-4633-89C9-219D6B05644A}">
          <p14:sldIdLst>
            <p14:sldId id="256"/>
            <p14:sldId id="257"/>
            <p14:sldId id="258"/>
          </p14:sldIdLst>
        </p14:section>
        <p14:section name="Part 01 · 데이터 진단" id="{66AE3A47-7690-4226-9480-FDE4D1FE5C3C}">
          <p14:sldIdLst>
            <p14:sldId id="259"/>
            <p14:sldId id="260"/>
            <p14:sldId id="261"/>
          </p14:sldIdLst>
        </p14:section>
        <p14:section name="Part 02 · 병목 규명" id="{11087C9C-553D-449E-916D-CE85CA1AC492}">
          <p14:sldIdLst>
            <p14:sldId id="262"/>
            <p14:sldId id="263"/>
            <p14:sldId id="264"/>
            <p14:sldId id="265"/>
            <p14:sldId id="266"/>
            <p14:sldId id="267"/>
            <p14:sldId id="268"/>
            <p14:sldId id="269"/>
            <p14:sldId id="270"/>
          </p14:sldIdLst>
        </p14:section>
        <p14:section name="Part 03 · 개선 전략" id="{9B8CBE4D-30CD-427A-A91C-DD15175DD41D}">
          <p14:sldIdLst>
            <p14:sldId id="271"/>
            <p14:sldId id="272"/>
            <p14:sldId id="273"/>
          </p14:sldIdLst>
        </p14:section>
        <p14:section name="Part 04 · Q&amp;A" id="{9B9B5EBD-DED8-47C6-8329-FB2558C679E9}">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