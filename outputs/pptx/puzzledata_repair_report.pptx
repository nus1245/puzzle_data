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embeddedFontLst>
    <p:embeddedFont>
      <p:font typeface="맑은 고딕" panose="020B0503020000020004" pitchFamily="50" charset="-127"/>
      <p:regular r:id="rId22"/>
      <p:bold r:id="rId23"/>
    </p:embeddedFont>
    <p:embeddedFont>
      <p:font typeface="Consolas" panose="020B0609020204030204" pitchFamily="49" charset="0"/>
      <p:regular r:id="rId24"/>
      <p:bold r:id="rId25"/>
      <p:italic r:id="rId26"/>
      <p:boldItalic r:id="rId2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8375A178-4210-4ED6-B4E4-3C447F628582}">
          <p14:sldIdLst>
            <p14:sldId id="256"/>
            <p14:sldId id="257"/>
            <p14:sldId id="258"/>
          </p14:sldIdLst>
        </p14:section>
        <p14:section name="Part 01 · 데이터 진단" id="{84B140B5-E073-4557-A968-529A1D184A1E}">
          <p14:sldIdLst>
            <p14:sldId id="259"/>
            <p14:sldId id="260"/>
            <p14:sldId id="261"/>
          </p14:sldIdLst>
        </p14:section>
        <p14:section name="Part 02 · 병목 규명" id="{1567F654-1EA3-4E8A-A219-F36CF8E74EFA}">
          <p14:sldIdLst>
            <p14:sldId id="262"/>
            <p14:sldId id="263"/>
            <p14:sldId id="264"/>
            <p14:sldId id="265"/>
            <p14:sldId id="266"/>
            <p14:sldId id="267"/>
            <p14:sldId id="268"/>
            <p14:sldId id="269"/>
            <p14:sldId id="270"/>
          </p14:sldIdLst>
        </p14:section>
        <p14:section name="Part 03 · 개선 전략" id="{3ECE593B-1BDE-4D00-B46E-B237AB461F22}">
          <p14:sldIdLst>
            <p14:sldId id="271"/>
            <p14:sldId id="272"/>
            <p14:sldId id="273"/>
          </p14:sldIdLst>
        </p14:section>
        <p14:section name="Part 04 · Q&amp;A" id="{AD9E5171-9D45-4796-9B62-2F9A55F1C85E}">
          <p14:sldIdLst>
            <p14:sldId id="27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350139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endParaRPr/>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slide" Target="slide19.xml"/><Relationship Id="rId5" Type="http://schemas.openxmlformats.org/officeDocument/2006/relationships/slide" Target="slide16.xml"/><Relationship Id="rId4" Type="http://schemas.openxmlformats.org/officeDocument/2006/relationships/slide" Target="slide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r:id="rId3" action="ppaction://hlinksldjump"/>
          </p:cNvPr>
          <p:cNvSpPr/>
          <p:nvPr/>
        </p:nvSpPr>
        <p:spPr>
          <a:xfrm>
            <a:off x="502920"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r:id="rId4" action="ppaction://hlinksldjump"/>
          </p:cNvPr>
          <p:cNvSpPr/>
          <p:nvPr/>
        </p:nvSpPr>
        <p:spPr>
          <a:xfrm>
            <a:off x="3345103"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r:id="rId5" action="ppaction://hlinksldjump"/>
          </p:cNvPr>
          <p:cNvSpPr/>
          <p:nvPr/>
        </p:nvSpPr>
        <p:spPr>
          <a:xfrm>
            <a:off x="6187287"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404103"/>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r:id="rId6" action="ppaction://hlinksldjump"/>
          </p:cNvPr>
          <p:cNvSpPr/>
          <p:nvPr/>
        </p:nvSpPr>
        <p:spPr>
          <a:xfrm>
            <a:off x="9029471" y="1600200"/>
            <a:ext cx="2659303" cy="46177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59968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3"/>
          <a:stretch>
            <a:fillRect/>
          </a:stretch>
        </p:blipFill>
        <p:spPr>
          <a:xfrm>
            <a:off x="1193689" y="1941830"/>
            <a:ext cx="6756620"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marL="164592" indent="-164592" algn="l">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marL="164592" indent="-164592" algn="l">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process_map_deck.png"/>
          <p:cNvPicPr>
            <a:picLocks noChangeAspect="1"/>
          </p:cNvPicPr>
          <p:nvPr/>
        </p:nvPicPr>
        <p:blipFill>
          <a:blip r:embed="rId3"/>
          <a:stretch>
            <a:fillRect/>
          </a:stretch>
        </p:blipFill>
        <p:spPr>
          <a:xfrm>
            <a:off x="964266" y="1868678"/>
            <a:ext cx="10263163"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3"/>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3"/>
          <a:stretch>
            <a:fillRect/>
          </a:stretch>
        </p:blipFill>
        <p:spPr>
          <a:xfrm>
            <a:off x="630936" y="1960118"/>
            <a:ext cx="3350666" cy="2315005"/>
          </a:xfrm>
          <a:prstGeom prst="rect">
            <a:avLst/>
          </a:prstGeom>
        </p:spPr>
      </p:pic>
      <p:sp>
        <p:nvSpPr>
          <p:cNvPr id="12" name="rec-recB"/>
          <p:cNvSpPr/>
          <p:nvPr/>
        </p:nvSpPr>
        <p:spPr>
          <a:xfrm>
            <a:off x="4292498"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4"/>
          <a:stretch>
            <a:fillRect/>
          </a:stretch>
        </p:blipFill>
        <p:spPr>
          <a:xfrm>
            <a:off x="4420514" y="1960118"/>
            <a:ext cx="3350666" cy="2315005"/>
          </a:xfrm>
          <a:prstGeom prst="rect">
            <a:avLst/>
          </a:prstGeom>
        </p:spPr>
      </p:pic>
      <p:sp>
        <p:nvSpPr>
          <p:cNvPr id="15" name="rec-recC"/>
          <p:cNvSpPr/>
          <p:nvPr/>
        </p:nvSpPr>
        <p:spPr>
          <a:xfrm>
            <a:off x="8082076" y="1618488"/>
            <a:ext cx="3606698" cy="27846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5"/>
          <a:stretch>
            <a:fillRect/>
          </a:stretch>
        </p:blipFill>
        <p:spPr>
          <a:xfrm>
            <a:off x="8210092" y="1960118"/>
            <a:ext cx="3350666" cy="2315005"/>
          </a:xfrm>
          <a:prstGeom prst="rect">
            <a:avLst/>
          </a:prstGeom>
        </p:spPr>
      </p:pic>
      <p:sp>
        <p:nvSpPr>
          <p:cNvPr id="18" name="c1"/>
          <p:cNvSpPr/>
          <p:nvPr/>
        </p:nvSpPr>
        <p:spPr>
          <a:xfrm>
            <a:off x="502920"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685800"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936793"/>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503467"/>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label:L1:t"/>
          <p:cNvSpPr txBox="1"/>
          <p:nvPr/>
        </p:nvSpPr>
        <p:spPr>
          <a:xfrm>
            <a:off x="4475378"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936793"/>
            <a:ext cx="3240938" cy="93218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540299"/>
            <a:ext cx="3606698" cy="17507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8264956" y="4723179"/>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936793"/>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503467"/>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76280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3"/>
          <a:stretch>
            <a:fillRect/>
          </a:stretch>
        </p:blipFill>
        <p:spPr>
          <a:xfrm>
            <a:off x="843092" y="1896110"/>
            <a:ext cx="4577454"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3"/>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7633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3"/>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8986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3"/>
          <a:stretch>
            <a:fillRect/>
          </a:stretch>
        </p:blipFill>
        <p:spPr>
          <a:xfrm>
            <a:off x="859591" y="1896110"/>
            <a:ext cx="7104776" cy="3429000"/>
          </a:xfrm>
          <a:prstGeom prst="rect">
            <a:avLst/>
          </a:prstGeom>
        </p:spPr>
      </p:pic>
      <p:sp>
        <p:nvSpPr>
          <p:cNvPr id="12" name="m1"/>
          <p:cNvSpPr/>
          <p:nvPr/>
        </p:nvSpPr>
        <p:spPr>
          <a:xfrm>
            <a:off x="8503920" y="1554480"/>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90604"/>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73484"/>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87098"/>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83592"/>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226729"/>
            <a:ext cx="3184855" cy="122639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409609"/>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623223"/>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5019717"/>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590286"/>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73166"/>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40358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3"/>
          <a:stretch>
            <a:fillRect/>
          </a:stretch>
        </p:blipFill>
        <p:spPr>
          <a:xfrm>
            <a:off x="682067" y="1896110"/>
            <a:ext cx="7459824" cy="3566160"/>
          </a:xfrm>
          <a:prstGeom prst="rect">
            <a:avLst/>
          </a:prstGeom>
        </p:spPr>
      </p:pic>
      <p:sp>
        <p:nvSpPr>
          <p:cNvPr id="12" name="k1"/>
          <p:cNvSpPr/>
          <p:nvPr/>
        </p:nvSpPr>
        <p:spPr>
          <a:xfrm>
            <a:off x="8503920" y="1554480"/>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936324"/>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309177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30538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70188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318169"/>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47361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68723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508372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72744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58368" y="588289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3"/>
          <a:stretch>
            <a:fillRect/>
          </a:stretch>
        </p:blipFill>
        <p:spPr>
          <a:xfrm>
            <a:off x="775529" y="1896110"/>
            <a:ext cx="7272901"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54456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2:take"/>
          <p:cNvSpPr txBox="1"/>
          <p:nvPr/>
        </p:nvSpPr>
        <p:spPr>
          <a:xfrm>
            <a:off x="658368" y="570001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3"/>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166872"/>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704088" y="336804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58165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90321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779264"/>
            <a:ext cx="5760720" cy="14843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704088" y="498043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519404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51561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6299</Words>
  <Application>Microsoft Office PowerPoint</Application>
  <PresentationFormat>와이드스크린</PresentationFormat>
  <Paragraphs>492</Paragraphs>
  <Slides>19</Slides>
  <Notes>19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19</vt:i4>
      </vt:variant>
    </vt:vector>
  </HeadingPairs>
  <TitlesOfParts>
    <vt:vector size="24" baseType="lpstr">
      <vt:lpstr>Consolas</vt:lpstr>
      <vt:lpstr>맑은 고딕</vt:lpstr>
      <vt:lpstr>Calibri</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bus next</cp:lastModifiedBy>
  <cp:revision>2</cp:revision>
  <dcterms:created xsi:type="dcterms:W3CDTF">2013-01-27T09:14:16Z</dcterms:created>
  <dcterms:modified xsi:type="dcterms:W3CDTF">2026-10-27T07:53:39Z</dcterms:modified>
  <cp:category/>
</cp:coreProperties>
</file>