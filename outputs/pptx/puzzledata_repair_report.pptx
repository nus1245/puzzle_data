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264FE79F-2246-48D8-85F2-42A8C3BC2AEA}">
          <p14:sldIdLst>
            <p14:sldId id="256"/>
            <p14:sldId id="257"/>
            <p14:sldId id="258"/>
          </p14:sldIdLst>
        </p14:section>
        <p14:section name="Part 01 · 데이터 진단" id="{DAE6320F-83F3-4285-8E63-ED0FC2257F34}">
          <p14:sldIdLst>
            <p14:sldId id="259"/>
            <p14:sldId id="260"/>
            <p14:sldId id="261"/>
          </p14:sldIdLst>
        </p14:section>
        <p14:section name="Part 02 · 병목 규명" id="{3E8ACA7F-D85F-410A-BB03-6313DE506532}">
          <p14:sldIdLst>
            <p14:sldId id="262"/>
            <p14:sldId id="263"/>
            <p14:sldId id="264"/>
            <p14:sldId id="265"/>
            <p14:sldId id="266"/>
            <p14:sldId id="267"/>
            <p14:sldId id="268"/>
            <p14:sldId id="269"/>
            <p14:sldId id="270"/>
          </p14:sldIdLst>
        </p14:section>
        <p14:section name="Part 03 · 개선 전략" id="{32929D4B-6F64-48E0-B4D1-F8CA37658EE0}">
          <p14:sldIdLst>
            <p14:sldId id="271"/>
            <p14:sldId id="272"/>
            <p14:sldId id="273"/>
          </p14:sldIdLst>
        </p14:section>
        <p14:section name="Part 04 · Q&amp;A" id="{542A7148-5041-4CB3-873E-517D2BB80ACD}">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오기입을 교정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