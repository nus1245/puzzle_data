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1BD703B-9454-4C26-88CC-51E42516F9DE}">
          <p14:sldIdLst>
            <p14:sldId id="256"/>
            <p14:sldId id="257"/>
            <p14:sldId id="258"/>
          </p14:sldIdLst>
        </p14:section>
        <p14:section name="Part 01 · 데이터 진단" id="{8F6D40E8-5FAD-4C7B-9F42-D11326A9327A}">
          <p14:sldIdLst>
            <p14:sldId id="259"/>
            <p14:sldId id="260"/>
            <p14:sldId id="261"/>
          </p14:sldIdLst>
        </p14:section>
        <p14:section name="Part 02 · 병목 규명" id="{15968FFF-9070-45DC-923A-CC26063A24A9}">
          <p14:sldIdLst>
            <p14:sldId id="262"/>
            <p14:sldId id="263"/>
            <p14:sldId id="264"/>
            <p14:sldId id="265"/>
            <p14:sldId id="266"/>
            <p14:sldId id="267"/>
            <p14:sldId id="268"/>
            <p14:sldId id="269"/>
            <p14:sldId id="270"/>
          </p14:sldIdLst>
        </p14:section>
        <p14:section name="Part 03 · 개선 전략" id="{8B42122D-8828-4ADD-9DA5-9724695DDFA6}">
          <p14:sldIdLst>
            <p14:sldId id="271"/>
            <p14:sldId id="272"/>
            <p14:sldId id="273"/>
          </p14:sldIdLst>
        </p14:section>
        <p14:section name="Part 04 · Q&amp;A" id="{A0F8C475-B44C-4E5F-9A8B-294C03FB3BED}">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