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F8A1AFF1-2640-4B02-A343-849596B75861}">
          <p14:sldIdLst>
            <p14:sldId id="256"/>
            <p14:sldId id="257"/>
            <p14:sldId id="258"/>
          </p14:sldIdLst>
        </p14:section>
        <p14:section name="Part 01 · 데이터 진단" id="{0A21F6CE-0077-4285-AFD2-B1201539FDC6}">
          <p14:sldIdLst>
            <p14:sldId id="259"/>
            <p14:sldId id="260"/>
            <p14:sldId id="261"/>
          </p14:sldIdLst>
        </p14:section>
        <p14:section name="Part 02 · 병목 규명" id="{0D7C7424-2A32-4A7B-BDAD-25EB63983E01}">
          <p14:sldIdLst>
            <p14:sldId id="262"/>
            <p14:sldId id="263"/>
            <p14:sldId id="264"/>
            <p14:sldId id="265"/>
            <p14:sldId id="266"/>
            <p14:sldId id="267"/>
            <p14:sldId id="268"/>
            <p14:sldId id="269"/>
            <p14:sldId id="270"/>
          </p14:sldIdLst>
        </p14:section>
        <p14:section name="Part 03 · 개선 전략" id="{AE18799B-409D-4F5E-9917-1927749BA86F}">
          <p14:sldIdLst>
            <p14:sldId id="271"/>
            <p14:sldId id="272"/>
            <p14:sldId id="273"/>
          </p14:sldIdLst>
        </p14:section>
        <p14:section name="Part 04 · Q&amp;A" id="{53C397E1-A832-48ED-AF24-75CC4DA794CE}">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 시각은 늦게 끝난 쪽과 927건 중 925건(99.8%) 일치하며 나머지 2건은 1분 차이입니다.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925건(99.8%)</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일치, 2건은 1분 차이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