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A584B621-BCC6-4A6F-9CE7-02A5C1B19054}">
          <p14:sldIdLst>
            <p14:sldId id="256"/>
            <p14:sldId id="257"/>
            <p14:sldId id="258"/>
          </p14:sldIdLst>
        </p14:section>
        <p14:section name="Part 01 · 데이터 진단" id="{AF924733-8BB6-4109-8D5C-E0B0F4735A97}">
          <p14:sldIdLst>
            <p14:sldId id="259"/>
            <p14:sldId id="260"/>
            <p14:sldId id="261"/>
          </p14:sldIdLst>
        </p14:section>
        <p14:section name="Part 02 · 병목 규명" id="{FA164D33-FF2E-489F-8699-3BA0A8A86CC3}">
          <p14:sldIdLst>
            <p14:sldId id="262"/>
            <p14:sldId id="263"/>
            <p14:sldId id="264"/>
            <p14:sldId id="265"/>
            <p14:sldId id="266"/>
            <p14:sldId id="267"/>
            <p14:sldId id="268"/>
            <p14:sldId id="269"/>
            <p14:sldId id="270"/>
          </p14:sldIdLst>
        </p14:section>
        <p14:section name="Part 03 · 개선 전략" id="{0D18B818-C751-4952-8151-19408923C44B}">
          <p14:sldIdLst>
            <p14:sldId id="271"/>
            <p14:sldId id="272"/>
            <p14:sldId id="273"/>
          </p14:sldIdLst>
        </p14:section>
        <p14:section name="Part 04 · Q&amp;A" id="{F96B7694-534C-4308-A9B3-63F50BC7CD72}">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질의응답으로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프리뷰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질의응답</a:t>
            </a:r>
          </a:p>
        </p:txBody>
      </p:sp>
      <p:sp>
        <p:nvSpPr>
          <p:cNvPr id="34" name="body:L2:t"/>
          <p:cNvSpPr txBox="1"/>
          <p:nvPr/>
        </p:nvSpPr>
        <p:spPr>
          <a:xfrm>
            <a:off x="9248927" y="3487928"/>
            <a:ext cx="2220391"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프로젝트 핵심 요약</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질의응답</a:t>
            </a:r>
          </a:p>
        </p:txBody>
      </p:sp>
      <p:sp>
        <p:nvSpPr>
          <p:cNvPr id="35" name="body:L2:key"/>
          <p:cNvSpPr txBox="1"/>
          <p:nvPr/>
        </p:nvSpPr>
        <p:spPr>
          <a:xfrm>
            <a:off x="9248927"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a:p>
            <a:pPr algn="l">
              <a:lnSpc>
                <a:spcPts val="1540"/>
              </a:lnSpc>
              <a:spcBef>
                <a:spcPts val="0"/>
              </a:spcBef>
              <a:buNone/>
            </a:pPr>
            <a:r>
              <a:rPr lang="ko-KR" sz="1100" b="0" dirty="0">
                <a:solidFill>
                  <a:srgbClr val="64748B"/>
                </a:solidFill>
                <a:latin typeface="맑은 고딕"/>
                <a:ea typeface="맑은 고딕"/>
                <a:cs typeface="맑은 고딕"/>
              </a:rPr>
              <a:t>자유 질의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