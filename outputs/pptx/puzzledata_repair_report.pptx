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792766F5-2890-40F7-93E9-1E08E0017FF1}">
          <p14:sldIdLst>
            <p14:sldId id="256"/>
            <p14:sldId id="257"/>
            <p14:sldId id="258"/>
          </p14:sldIdLst>
        </p14:section>
        <p14:section name="Part 01 · 데이터 진단" id="{109CE805-88F0-4455-B56A-C186E89C49FF}">
          <p14:sldIdLst>
            <p14:sldId id="259"/>
            <p14:sldId id="260"/>
            <p14:sldId id="261"/>
          </p14:sldIdLst>
        </p14:section>
        <p14:section name="Part 02 · 병목 규명" id="{55250693-F090-4DA2-814B-64CFA3781A29}">
          <p14:sldIdLst>
            <p14:sldId id="262"/>
            <p14:sldId id="263"/>
            <p14:sldId id="264"/>
            <p14:sldId id="265"/>
            <p14:sldId id="266"/>
            <p14:sldId id="267"/>
            <p14:sldId id="268"/>
            <p14:sldId id="269"/>
            <p14:sldId id="270"/>
          </p14:sldIdLst>
        </p14:section>
        <p14:section name="Part 03 · 개선 전략" id="{BD398531-AE7C-4C94-B5F2-24458932D23C}">
          <p14:sldIdLst>
            <p14:sldId id="271"/>
            <p14:sldId id="272"/>
            <p14:sldId id="273"/>
          </p14:sldIdLst>
        </p14:section>
        <p14:section name="Part 04 · Q&amp;A" id="{884FD045-FAAC-48AC-88BE-F8A43D6F5721}">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