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C7AC9C7-C5DB-4EA5-8D1D-F27A4825683D}">
          <p14:sldIdLst>
            <p14:sldId id="256"/>
            <p14:sldId id="257"/>
            <p14:sldId id="258"/>
          </p14:sldIdLst>
        </p14:section>
        <p14:section name="Part 01 · 데이터 진단" id="{E5A260BE-8A40-441F-96FC-4D84F101FE3D}">
          <p14:sldIdLst>
            <p14:sldId id="259"/>
            <p14:sldId id="260"/>
            <p14:sldId id="261"/>
          </p14:sldIdLst>
        </p14:section>
        <p14:section name="Part 02 · 병목 규명" id="{8D4BA58C-C756-452F-8DE3-F46E624A9FCC}">
          <p14:sldIdLst>
            <p14:sldId id="262"/>
            <p14:sldId id="263"/>
            <p14:sldId id="264"/>
            <p14:sldId id="265"/>
            <p14:sldId id="266"/>
            <p14:sldId id="267"/>
            <p14:sldId id="268"/>
            <p14:sldId id="269"/>
            <p14:sldId id="270"/>
          </p14:sldIdLst>
        </p14:section>
        <p14:section name="Part 03 · 개선 전략" id="{1D15576D-2640-497C-AF62-64027438391A}">
          <p14:sldIdLst>
            <p14:sldId id="271"/>
            <p14:sldId id="272"/>
            <p14:sldId id="273"/>
          </p14:sldIdLst>
        </p14:section>
        <p14:section name="Part 04 · Q&amp;A" id="{B61525E3-BCBF-475F-8D30-96C32C2F4A02}">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