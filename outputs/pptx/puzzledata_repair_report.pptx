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8FE89AF-5C85-4EB2-B01B-0E3773FE92D4}">
          <p14:sldIdLst>
            <p14:sldId id="256"/>
            <p14:sldId id="257"/>
            <p14:sldId id="258"/>
          </p14:sldIdLst>
        </p14:section>
        <p14:section name="Part 01 · 데이터 진단" id="{4546087A-9EF3-4224-89BE-D81C36688F88}">
          <p14:sldIdLst>
            <p14:sldId id="259"/>
            <p14:sldId id="260"/>
            <p14:sldId id="261"/>
          </p14:sldIdLst>
        </p14:section>
        <p14:section name="Part 02 · 병목 규명" id="{4D15706F-7E41-4B76-A8AF-AAF063422BD4}">
          <p14:sldIdLst>
            <p14:sldId id="262"/>
            <p14:sldId id="263"/>
            <p14:sldId id="264"/>
            <p14:sldId id="265"/>
            <p14:sldId id="266"/>
            <p14:sldId id="267"/>
            <p14:sldId id="268"/>
            <p14:sldId id="269"/>
            <p14:sldId id="270"/>
          </p14:sldIdLst>
        </p14:section>
        <p14:section name="Part 03 · 개선 전략" id="{8CB8DF15-469B-4015-ACD5-E8E5BD60FB1B}">
          <p14:sldIdLst>
            <p14:sldId id="271"/>
            <p14:sldId id="272"/>
            <p14:sldId id="273"/>
          </p14:sldIdLst>
        </p14:section>
        <p14:section name="Part 04 · Q&amp;A" id="{72E47425-79B1-45E6-ADA6-4944DD94F2A6}">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 시각은 늦게 끝난 쪽과 927건 중 925건(99.8%) 일치하며 나머지 2건은 1분 차이입니다.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925건(99.8%)</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일치, 2건은 1분 차이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513638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 — 단기 지연 아님</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