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0C0A7DD-BAB1-43D8-92AE-BEC8D2638606}">
          <p14:sldIdLst>
            <p14:sldId id="256"/>
            <p14:sldId id="257"/>
            <p14:sldId id="258"/>
          </p14:sldIdLst>
        </p14:section>
        <p14:section name="Part 01 · 데이터 진단" id="{ED67E2F4-32B2-451C-B952-7E140506BAC7}">
          <p14:sldIdLst>
            <p14:sldId id="259"/>
            <p14:sldId id="260"/>
            <p14:sldId id="261"/>
          </p14:sldIdLst>
        </p14:section>
        <p14:section name="Part 02 · 병목 규명" id="{5CD4A3E0-BB86-449D-BF35-7F19400AD5DF}">
          <p14:sldIdLst>
            <p14:sldId id="262"/>
            <p14:sldId id="263"/>
            <p14:sldId id="264"/>
            <p14:sldId id="265"/>
            <p14:sldId id="266"/>
            <p14:sldId id="267"/>
            <p14:sldId id="268"/>
            <p14:sldId id="269"/>
            <p14:sldId id="270"/>
          </p14:sldIdLst>
        </p14:section>
        <p14:section name="Part 03 · 개선 전략" id="{EC3044CB-85F8-4862-B6AF-1A107F6EE7EA}">
          <p14:sldIdLst>
            <p14:sldId id="271"/>
            <p14:sldId id="272"/>
            <p14:sldId id="273"/>
          </p14:sldIdLst>
        </p14:section>
        <p14:section name="Part 04 · Q&amp;A" id="{44DAB23A-B551-4344-9D32-EC86BB3749F2}">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 시각은 늦게 끝난 쪽과 927건 중 925건(99.8%) 일치하며 나머지 2건은 1분 차이입니다.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925건(99.8%)</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일치, 2건은 1분 차이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