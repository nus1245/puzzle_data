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148C069-723C-4522-B470-ADA9A32F46CC}">
          <p14:sldIdLst>
            <p14:sldId id="256"/>
            <p14:sldId id="257"/>
            <p14:sldId id="258"/>
          </p14:sldIdLst>
        </p14:section>
        <p14:section name="Part 01 · 데이터 진단" id="{F1429599-D794-4CFA-A88A-3C8B0D642B0C}">
          <p14:sldIdLst>
            <p14:sldId id="259"/>
            <p14:sldId id="260"/>
            <p14:sldId id="261"/>
          </p14:sldIdLst>
        </p14:section>
        <p14:section name="Part 02 · 병목 규명" id="{2900711E-1604-408C-BC53-8155C3418774}">
          <p14:sldIdLst>
            <p14:sldId id="262"/>
            <p14:sldId id="263"/>
            <p14:sldId id="264"/>
            <p14:sldId id="265"/>
            <p14:sldId id="266"/>
            <p14:sldId id="267"/>
            <p14:sldId id="268"/>
            <p14:sldId id="269"/>
            <p14:sldId id="270"/>
          </p14:sldIdLst>
        </p14:section>
        <p14:section name="Part 03 · 개선 전략" id="{1872D554-D509-4A79-BB5D-41A0537B3F0B}">
          <p14:sldIdLst>
            <p14:sldId id="271"/>
            <p14:sldId id="272"/>
            <p14:sldId id="273"/>
          </p14:sldIdLst>
        </p14:section>
        <p14:section name="Part 04 · Q&amp;A" id="{3AB5763D-3C22-40A9-92D4-B8AA18CD599F}">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