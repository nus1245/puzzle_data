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60E41E42-EBE5-47C2-9A2A-34EBDBF0FE54}">
          <p14:sldIdLst>
            <p14:sldId id="256"/>
            <p14:sldId id="257"/>
            <p14:sldId id="258"/>
          </p14:sldIdLst>
        </p14:section>
        <p14:section name="Part 01 · 데이터 진단" id="{F570A10B-8ED3-4DAE-BB98-D0872A09D18B}">
          <p14:sldIdLst>
            <p14:sldId id="259"/>
            <p14:sldId id="260"/>
            <p14:sldId id="261"/>
          </p14:sldIdLst>
        </p14:section>
        <p14:section name="Part 02 · 병목 규명" id="{BAA7A95B-C505-450C-BC27-2FE6635A7933}">
          <p14:sldIdLst>
            <p14:sldId id="262"/>
            <p14:sldId id="263"/>
            <p14:sldId id="264"/>
            <p14:sldId id="265"/>
            <p14:sldId id="266"/>
            <p14:sldId id="267"/>
            <p14:sldId id="268"/>
            <p14:sldId id="269"/>
            <p14:sldId id="270"/>
          </p14:sldIdLst>
        </p14:section>
        <p14:section name="Part 03 · 개선 전략" id="{033933EB-F09A-4D84-A2B5-F019CBE98B51}">
          <p14:sldIdLst>
            <p14:sldId id="271"/>
            <p14:sldId id="272"/>
            <p14:sldId id="273"/>
          </p14:sldIdLst>
        </p14:section>
        <p14:section name="Part 04 · Q&amp;A" id="{C1106BD9-5767-4298-AB07-E9F627CA1B0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대상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대상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 제외)</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대상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대상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대상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