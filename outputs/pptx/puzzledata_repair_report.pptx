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EC94B381-A53D-4BCB-BEBF-AFEFB8092414}">
          <p14:sldIdLst>
            <p14:sldId id="256"/>
            <p14:sldId id="257"/>
            <p14:sldId id="258"/>
          </p14:sldIdLst>
        </p14:section>
        <p14:section name="Part 01 · 데이터 진단" id="{AA976821-D92C-4607-89A0-DA0D5D606CEB}">
          <p14:sldIdLst>
            <p14:sldId id="259"/>
            <p14:sldId id="260"/>
            <p14:sldId id="261"/>
          </p14:sldIdLst>
        </p14:section>
        <p14:section name="Part 02 · 병목 규명" id="{23A1E3A2-BF61-478E-A426-D7F5FB103FC0}">
          <p14:sldIdLst>
            <p14:sldId id="262"/>
            <p14:sldId id="263"/>
            <p14:sldId id="264"/>
            <p14:sldId id="265"/>
            <p14:sldId id="266"/>
            <p14:sldId id="267"/>
            <p14:sldId id="268"/>
            <p14:sldId id="269"/>
            <p14:sldId id="270"/>
          </p14:sldIdLst>
        </p14:section>
        <p14:section name="Part 03 · 개선 전략" id="{44C1AEC0-1DEA-4511-98BF-679A9DCF6DF7}">
          <p14:sldIdLst>
            <p14:sldId id="271"/>
            <p14:sldId id="272"/>
            <p14:sldId id="273"/>
          </p14:sldIdLst>
        </p14:section>
        <p14:section name="Part 04 · Q&amp;A" id="{ED9CA1FA-E3C4-40C2-A7FD-F3B0082AE5EC}">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