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A58FCD63-F2A5-4F19-998B-2A82DCC25323}">
          <p14:sldIdLst>
            <p14:sldId id="256"/>
            <p14:sldId id="257"/>
            <p14:sldId id="258"/>
          </p14:sldIdLst>
        </p14:section>
        <p14:section name="Part 01 · 데이터 진단" id="{F548335B-1A19-444D-B5FC-6B3894C362A5}">
          <p14:sldIdLst>
            <p14:sldId id="259"/>
            <p14:sldId id="260"/>
            <p14:sldId id="261"/>
          </p14:sldIdLst>
        </p14:section>
        <p14:section name="Part 02 · 병목 규명" id="{DA8975E3-1517-413C-9122-3E0250410ECB}">
          <p14:sldIdLst>
            <p14:sldId id="262"/>
            <p14:sldId id="263"/>
            <p14:sldId id="264"/>
            <p14:sldId id="265"/>
            <p14:sldId id="266"/>
            <p14:sldId id="267"/>
            <p14:sldId id="268"/>
            <p14:sldId id="269"/>
            <p14:sldId id="270"/>
          </p14:sldIdLst>
        </p14:section>
        <p14:section name="Part 03 · 개선 전략" id="{8D6C34CA-5CA4-4913-AA12-A3C8F36B8CE0}">
          <p14:sldIdLst>
            <p14:sldId id="271"/>
            <p14:sldId id="272"/>
            <p14:sldId id="273"/>
          </p14:sldIdLst>
        </p14:section>
        <p14:section name="Part 04 · Q&amp;A" id="{E2F1D99E-7B03-4D2A-809B-63F6B3879BEA}">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