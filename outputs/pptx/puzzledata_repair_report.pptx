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58B2360F-6F49-4D5A-B7BE-A11219E7E986}">
          <p14:sldIdLst>
            <p14:sldId id="256"/>
            <p14:sldId id="257"/>
            <p14:sldId id="258"/>
          </p14:sldIdLst>
        </p14:section>
        <p14:section name="Part 01 · 데이터 진단" id="{95DE0FE0-BCC0-4C20-9408-3EC614770F02}">
          <p14:sldIdLst>
            <p14:sldId id="259"/>
            <p14:sldId id="260"/>
            <p14:sldId id="261"/>
          </p14:sldIdLst>
        </p14:section>
        <p14:section name="Part 02 · 병목 규명" id="{10F79AAB-4503-4F2D-A29C-A4054A738580}">
          <p14:sldIdLst>
            <p14:sldId id="262"/>
            <p14:sldId id="263"/>
            <p14:sldId id="264"/>
            <p14:sldId id="265"/>
            <p14:sldId id="266"/>
            <p14:sldId id="267"/>
            <p14:sldId id="268"/>
            <p14:sldId id="269"/>
            <p14:sldId id="270"/>
          </p14:sldIdLst>
        </p14:section>
        <p14:section name="Part 03 · 개선 전략" id="{71A7C336-D8B1-4226-8049-E4FE7FCA15EE}">
          <p14:sldIdLst>
            <p14:sldId id="271"/>
            <p14:sldId id="272"/>
            <p14:sldId id="273"/>
          </p14:sldIdLst>
        </p14:section>
        <p14:section name="Part 04 · Q&amp;A" id="{80B71877-82F0-4AE2-9FBB-9DBAA225D100}">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