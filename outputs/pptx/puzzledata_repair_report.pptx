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75F0AB8F-4225-4AA6-9E01-F62A4ACA105F}">
          <p14:sldIdLst>
            <p14:sldId id="256"/>
            <p14:sldId id="257"/>
            <p14:sldId id="258"/>
          </p14:sldIdLst>
        </p14:section>
        <p14:section name="Part 01 · 데이터 진단" id="{792E82EB-7B93-456E-B995-65BC72BBE871}">
          <p14:sldIdLst>
            <p14:sldId id="259"/>
            <p14:sldId id="260"/>
            <p14:sldId id="261"/>
          </p14:sldIdLst>
        </p14:section>
        <p14:section name="Part 02 · 병목 규명" id="{7E681A25-8BD4-4A87-926C-31AB3BE12F24}">
          <p14:sldIdLst>
            <p14:sldId id="262"/>
            <p14:sldId id="263"/>
            <p14:sldId id="264"/>
            <p14:sldId id="265"/>
            <p14:sldId id="266"/>
            <p14:sldId id="267"/>
            <p14:sldId id="268"/>
            <p14:sldId id="269"/>
            <p14:sldId id="270"/>
          </p14:sldIdLst>
        </p14:section>
        <p14:section name="Part 03 · 개선 전략" id="{C930BF81-AF20-49EA-92A8-B65AE9A9AA5C}">
          <p14:sldIdLst>
            <p14:sldId id="271"/>
            <p14:sldId id="272"/>
            <p14:sldId id="273"/>
          </p14:sldIdLst>
        </p14:section>
        <p14:section name="Part 04 · Q&amp;A" id="{005C3F53-9451-49C7-B63E-62FB468340DE}">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 + 파일럿</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