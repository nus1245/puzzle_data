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15FF8129-596D-447A-8EB2-3562A6A78E57}">
          <p14:sldIdLst>
            <p14:sldId id="256"/>
            <p14:sldId id="257"/>
            <p14:sldId id="258"/>
          </p14:sldIdLst>
        </p14:section>
        <p14:section name="Part 01 · 데이터 진단" id="{18B56A2E-B679-461C-8EBE-704CA83635DA}">
          <p14:sldIdLst>
            <p14:sldId id="259"/>
            <p14:sldId id="260"/>
            <p14:sldId id="261"/>
          </p14:sldIdLst>
        </p14:section>
        <p14:section name="Part 02 · 병목 규명" id="{42929E4A-0720-452F-86C1-5E7000B27188}">
          <p14:sldIdLst>
            <p14:sldId id="262"/>
            <p14:sldId id="263"/>
            <p14:sldId id="264"/>
            <p14:sldId id="265"/>
            <p14:sldId id="266"/>
            <p14:sldId id="267"/>
            <p14:sldId id="268"/>
            <p14:sldId id="269"/>
            <p14:sldId id="270"/>
          </p14:sldIdLst>
        </p14:section>
        <p14:section name="Part 03 · 개선 전략" id="{D3389275-F3EF-4E39-9E65-2176D8BAB50C}">
          <p14:sldIdLst>
            <p14:sldId id="271"/>
            <p14:sldId id="272"/>
            <p14:sldId id="273"/>
          </p14:sldIdLst>
        </p14:section>
        <p14:section name="Part 04 · Q&amp;A" id="{B9EE34E9-8740-49D4-8628-704CE13D4DA8}">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